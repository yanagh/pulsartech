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5e812e48f2f477f" /><Relationship Type="http://schemas.openxmlformats.org/officeDocument/2006/relationships/extended-properties" Target="/docProps/app.xml" Id="R41034550ec6e497f" /><Relationship Type="http://schemas.openxmlformats.org/officeDocument/2006/relationships/officeDocument" Target="/ppt/presentation.xml" Id="Rb6f231f2211249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e6bc55bdd343dd"/>
  </p:sldMasterIdLst>
  <p:notesMasterIdLst>
    <p:notesMasterId xmlns:r="http://schemas.openxmlformats.org/officeDocument/2006/relationships" r:id="R17cb11fc11a44a4a"/>
  </p:notesMasterIdLst>
  <p:sldIdLst>
    <p:sldId xmlns:r="http://schemas.openxmlformats.org/officeDocument/2006/relationships" id="256" r:id="Rfdb65d97dc254849"/>
    <p:sldId xmlns:r="http://schemas.openxmlformats.org/officeDocument/2006/relationships" id="257" r:id="R8d0b66486de44249"/>
    <p:sldId xmlns:r="http://schemas.openxmlformats.org/officeDocument/2006/relationships" id="258" r:id="R89162bf0dca64605"/>
    <p:sldId xmlns:r="http://schemas.openxmlformats.org/officeDocument/2006/relationships" id="259" r:id="Re35d145bc9f34522"/>
    <p:sldId xmlns:r="http://schemas.openxmlformats.org/officeDocument/2006/relationships" id="260" r:id="Rfd2b54fe2d0b4081"/>
    <p:sldId xmlns:r="http://schemas.openxmlformats.org/officeDocument/2006/relationships" id="261" r:id="R466e92433f904aea"/>
    <p:sldId xmlns:r="http://schemas.openxmlformats.org/officeDocument/2006/relationships" id="262" r:id="R50ea2b05889149ea"/>
    <p:sldId xmlns:r="http://schemas.openxmlformats.org/officeDocument/2006/relationships" id="263" r:id="R1a72d77382bb4d0c"/>
    <p:sldId xmlns:r="http://schemas.openxmlformats.org/officeDocument/2006/relationships" id="264" r:id="R5b7fdd8b18494ce7"/>
    <p:sldId xmlns:r="http://schemas.openxmlformats.org/officeDocument/2006/relationships" id="265" r:id="R6e39c166ef7e446c"/>
    <p:sldId xmlns:r="http://schemas.openxmlformats.org/officeDocument/2006/relationships" id="266" r:id="R5cf6356e1108410d"/>
    <p:sldId xmlns:r="http://schemas.openxmlformats.org/officeDocument/2006/relationships" id="267" r:id="R0d882eecf792460e"/>
    <p:sldId xmlns:r="http://schemas.openxmlformats.org/officeDocument/2006/relationships" id="268" r:id="R87a2f1b07f154733"/>
    <p:sldId xmlns:r="http://schemas.openxmlformats.org/officeDocument/2006/relationships" id="269" r:id="R2e4870fa2c564c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a078349bb44af7" /><Relationship Type="http://schemas.openxmlformats.org/officeDocument/2006/relationships/slideMaster" Target="/ppt/slideMasters/slideMaster1.xml" Id="R96e6bc55bdd343dd" /><Relationship Type="http://schemas.openxmlformats.org/officeDocument/2006/relationships/notesMaster" Target="/ppt/notesMasters/notesMaster1.xml" Id="R17cb11fc11a44a4a" /><Relationship Type="http://schemas.openxmlformats.org/officeDocument/2006/relationships/presProps" Target="/ppt/presProps.xml" Id="Rf750ecf59bac4155" /><Relationship Type="http://schemas.openxmlformats.org/officeDocument/2006/relationships/tableStyles" Target="/ppt/tableStyles.xml" Id="R95563b822b914689" /><Relationship Type="http://schemas.openxmlformats.org/officeDocument/2006/relationships/slide" Target="/ppt/slides/slide1.xml" Id="Rfdb65d97dc254849" /><Relationship Type="http://schemas.openxmlformats.org/officeDocument/2006/relationships/slide" Target="/ppt/slides/slide2.xml" Id="R8d0b66486de44249" /><Relationship Type="http://schemas.openxmlformats.org/officeDocument/2006/relationships/slide" Target="/ppt/slides/slide3.xml" Id="R89162bf0dca64605" /><Relationship Type="http://schemas.openxmlformats.org/officeDocument/2006/relationships/slide" Target="/ppt/slides/slide4.xml" Id="Re35d145bc9f34522" /><Relationship Type="http://schemas.openxmlformats.org/officeDocument/2006/relationships/slide" Target="/ppt/slides/slide5.xml" Id="Rfd2b54fe2d0b4081" /><Relationship Type="http://schemas.openxmlformats.org/officeDocument/2006/relationships/slide" Target="/ppt/slides/slide6.xml" Id="R466e92433f904aea" /><Relationship Type="http://schemas.openxmlformats.org/officeDocument/2006/relationships/slide" Target="/ppt/slides/slide7.xml" Id="R50ea2b05889149ea" /><Relationship Type="http://schemas.openxmlformats.org/officeDocument/2006/relationships/slide" Target="/ppt/slides/slide8.xml" Id="R1a72d77382bb4d0c" /><Relationship Type="http://schemas.openxmlformats.org/officeDocument/2006/relationships/slide" Target="/ppt/slides/slide9.xml" Id="R5b7fdd8b18494ce7" /><Relationship Type="http://schemas.openxmlformats.org/officeDocument/2006/relationships/slide" Target="/ppt/slides/slide10.xml" Id="R6e39c166ef7e446c" /><Relationship Type="http://schemas.openxmlformats.org/officeDocument/2006/relationships/slide" Target="/ppt/slides/slide11.xml" Id="R5cf6356e1108410d" /><Relationship Type="http://schemas.openxmlformats.org/officeDocument/2006/relationships/slide" Target="/ppt/slides/slide12.xml" Id="R0d882eecf792460e" /><Relationship Type="http://schemas.openxmlformats.org/officeDocument/2006/relationships/slide" Target="/ppt/slides/slide13.xml" Id="R87a2f1b07f154733" /><Relationship Type="http://schemas.openxmlformats.org/officeDocument/2006/relationships/slide" Target="/ppt/slides/slide14.xml" Id="R2e4870fa2c564c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f7d782a5c04d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8375a4ba104f18" /><Relationship Type="http://schemas.openxmlformats.org/officeDocument/2006/relationships/notesMaster" Target="/ppt/notesMasters/notesMaster1.xml" Id="Rbb8cda57d2b941d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0817a421aa4411" /><Relationship Type="http://schemas.openxmlformats.org/officeDocument/2006/relationships/notesMaster" Target="/ppt/notesMasters/notesMaster1.xml" Id="R357ec39a39824e9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092ccd70334a45" /><Relationship Type="http://schemas.openxmlformats.org/officeDocument/2006/relationships/notesMaster" Target="/ppt/notesMasters/notesMaster1.xml" Id="Ref3af38f521347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b35c5cc43f4d3e" /><Relationship Type="http://schemas.openxmlformats.org/officeDocument/2006/relationships/notesMaster" Target="/ppt/notesMasters/notesMaster1.xml" Id="R30f4435d17254a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1f0c2e2b9cb496d" /><Relationship Type="http://schemas.openxmlformats.org/officeDocument/2006/relationships/notesMaster" Target="/ppt/notesMasters/notesMaster1.xml" Id="R9e6082856aa548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c7fd184f65441a7" /><Relationship Type="http://schemas.openxmlformats.org/officeDocument/2006/relationships/notesMaster" Target="/ppt/notesMasters/notesMaster1.xml" Id="R6f08860348a849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36b34b6b9b4db0" /><Relationship Type="http://schemas.openxmlformats.org/officeDocument/2006/relationships/notesMaster" Target="/ppt/notesMasters/notesMaster1.xml" Id="Rf668862a072142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bbae158d1a433d" /><Relationship Type="http://schemas.openxmlformats.org/officeDocument/2006/relationships/notesMaster" Target="/ppt/notesMasters/notesMaster1.xml" Id="R70b2f6d92ee648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0b906280b240b0" /><Relationship Type="http://schemas.openxmlformats.org/officeDocument/2006/relationships/notesMaster" Target="/ppt/notesMasters/notesMaster1.xml" Id="R3ef0685172b54b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69e3e47c7342f9" /><Relationship Type="http://schemas.openxmlformats.org/officeDocument/2006/relationships/notesMaster" Target="/ppt/notesMasters/notesMaster1.xml" Id="R8963d9087dd7442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eb334ec79b34dc0" /><Relationship Type="http://schemas.openxmlformats.org/officeDocument/2006/relationships/notesMaster" Target="/ppt/notesMasters/notesMaster1.xml" Id="R90450a6a867349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d84cff17f714006" /><Relationship Type="http://schemas.openxmlformats.org/officeDocument/2006/relationships/notesMaster" Target="/ppt/notesMasters/notesMaster1.xml" Id="Radca5826665745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13c184ed6d42b6" /><Relationship Type="http://schemas.openxmlformats.org/officeDocument/2006/relationships/notesMaster" Target="/ppt/notesMasters/notesMaster1.xml" Id="R4dcc20e65dea4a2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440075c12147ed" /><Relationship Type="http://schemas.openxmlformats.org/officeDocument/2006/relationships/notesMaster" Target="/ppt/notesMasters/notesMaster1.xml" Id="R9280fd7b3af848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Partnership details supplied by Pulsartech in this task, September 16, 2026. Haggl supplies technology. Pulsartech drives sales in Georgia. Partnership agreed. All seven sectors and Georgian-language, GEL and local payment readiness confirmed by Pulsartech.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assets: Official Pulsar logo from https://pulsartech.ge/pulsar-logo-cropped.png . Official Haggl mark from https://www.haggl.ai/brand/exchange-mark.svg . Custom background images created with the built-in image-generation tool, September 16, 2026. Phone and city scenes are illustrative artwork,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https://openai.com/index/how-people-are-using-chatgpt/ . Research supports broad use for everyday tasks, information and guidance. It does not establish that all Georgian consumers use AI daily. Image: supplied Pulsar website asset ai.png.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assets: Official Pulsar logo from https://pulsartech.ge/pulsar-logo-cropped.png . Official Haggl mark from https://www.haggl.ai/brand/exchange-mark.svg . Custom background images created with the built-in image-generation tool, September 16, 2026. Phone and city scenes are illustrative artwork,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https://www.haggl.ai/ecom (reviewed September 16, 2026). This is the partnership’s forward-looking view, not a Georgia adoption forecast.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assets: Official Pulsar logo from https://pulsartech.ge/pulsar-logo-cropped.png . Official Haggl mark from https://www.haggl.ai/brand/exchange-mark.svg . Custom background images created with the built-in image-generation tool, September 16, 2026. Phone and city scenes are illustrative artwork,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https://www.haggl.ai/ecom (reviewed September 16, 2026).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assets: Official Pulsar logo from https://pulsartech.ge/pulsar-logo-cropped.png . Official Haggl mark from https://www.haggl.ai/brand/exchange-mark.svg . Custom background images created with the built-in image-generation tool, September 16, 2026. Phone and city scenes are illustrative artwork,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https://www.haggl.ai/ecom (reviewed September 16, 2026).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assets: Official Pulsar logo from https://pulsartech.ge/pulsar-logo-cropped.png . Official Haggl mark from https://www.haggl.ai/brand/exchange-mark.svg . Custom background images created with the built-in image-generation tool, September 16, 2026. Phone and city scenes are illustrative artwork,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https://www.haggl.ai/ecom (reviewed September 16, 2026). Illustrative conversation only. No actual customer transaction or outcome claimed.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assets: Official Pulsar logo from https://pulsartech.ge/pulsar-logo-cropped.png . Official Haggl mark from https://www.haggl.ai/brand/exchange-mark.svg . Custom background images created with the built-in image-generation tool, September 16, 2026. Phone and city scenes are illustrative artwork,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https://www.haggl.ai/ecom (reviewed September 16, 2026).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assets: Official Pulsar logo from https://pulsartech.ge/pulsar-logo-cropped.png . Official Haggl mark from https://www.haggl.ai/brand/exchange-mark.svg . Custom background images created with the built-in image-generation tool, September 16, 2026. Phone and city scenes are illustrative artwork,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https://www.haggl.ai/ecom (reviewed September 16, 2026). Potential benefits, not measured or guaranteed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assets: Official Pulsar logo from https://pulsartech.ge/pulsar-logo-cropped.png . Official Haggl mark from https://www.haggl.ai/brand/exchange-mark.svg . Custom background images created with the built-in image-generation tool, September 16, 2026. Phone and city scenes are illustrative artwork,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Partnership details supplied by Pulsartech in this task, September 16, 2026. Haggl supplies technology. Pulsartech drives sales in Georgia. Partnership agreed. All seven sectors and Georgian-language, GEL and local payment readiness confirmed by Pulsartech.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assets: Official Pulsar logo from https://pulsartech.ge/pulsar-logo-cropped.png . Official Haggl mark from https://www.haggl.ai/brand/exchange-mark.svg . Custom background images created with the built-in image-generation tool, September 16, 2026. Phone and city scenes are illustrative artwork,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Partnership details supplied by Pulsartech in this task, September 16, 2026. Haggl supplies technology. Pulsartech drives sales in Georgia. Partnership agreed. All seven sectors and Georgian-language, GEL and local payment readiness confirmed by Pulsartech. Illustrative sector use cases for discussion, not case studies. Banking example concerns approved commercial service offers, not credit decisions.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assets: Official Pulsar logo from https://pulsartech.ge/pulsar-logo-cropped.png . Official Haggl mark from https://www.haggl.ai/brand/exchange-mark.svg . Custom background images created with the built-in image-generation tool, September 16, 2026. Phone and city scenes are illustrative artwork,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Partnership details supplied by Pulsartech in this task, September 16, 2026. Haggl supplies technology. Pulsartech drives sales in Georgia. Partnership agreed. All seven sectors and Georgian-language, GEL and local payment readiness confirmed by Pulsartech. Illustrative sector use cases, not measured outcomes. SaaS means subscription software.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assets: Official Pulsar logo from https://pulsartech.ge/pulsar-logo-cropped.png . Official Haggl mark from https://www.haggl.ai/brand/exchange-mark.svg . Custom background images created with the built-in image-generation tool, September 16, 2026. Phone and city scenes are illustrative artwork,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Partnership details supplied by Pulsartech in this task, September 16, 2026. Haggl supplies technology. Pulsartech drives sales in Georgia. Partnership agreed. All seven sectors and Georgian-language, GEL and local payment readiness confirmed by Pulsartech. Combined Haggl and Pulsartech fee range provided by Pulsartech. This proposed Georgia commercial model differs from Haggl’s public pricing at https://www.haggl.ai/pricing . Percentage base and settlement details require deal-specific agreement.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assets: Official Pulsar logo from https://pulsartech.ge/pulsar-logo-cropped.png . Official Haggl mark from https://www.haggl.ai/brand/exchange-mark.svg . Custom background images created with the built-in image-generation tool, September 16, 2026. Phone and city scenes are illustrative artwork,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Partnership details supplied by Pulsartech in this task, September 16, 2026. Haggl supplies technology. Pulsartech drives sales in Georgia. Partnership agreed. All seven sectors and Georgian-language, GEL and local payment readiness confirmed by Pulsartech.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assets: Official Pulsar logo from https://pulsartech.ge/pulsar-logo-cropped.png . Official Haggl mark from https://www.haggl.ai/brand/exchange-mark.svg . Custom background images created with the built-in image-generation tool, September 16, 2026. Phone and city scenes are illustrative artwork,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Partnership details supplied by Pulsartech in this task, September 16, 2026. Haggl supplies technology. Pulsartech drives sales in Georgia. Partnership agreed. All seven sectors and Georgian-language, GEL and local payment readiness confirmed by Pulsartech.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Design assets: Official Pulsar logo from https://pulsartech.ge/pulsar-logo-cropped.png . Official Haggl mark from https://www.haggl.ai/brand/exchange-mark.svg . Custom background images created with the built-in image-generation tool, September 16, 2026. Phone and city scenes are illustrative artwork, not customer evidence.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789c0b2ec46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322706ff2a49ae" /><Relationship Type="http://schemas.openxmlformats.org/officeDocument/2006/relationships/slideLayout" Target="/ppt/slideLayouts/slideLayout1.xml" Id="R15c3991a805c44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c3991a805c44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d756ad2992462a" /><Relationship Type="http://schemas.openxmlformats.org/officeDocument/2006/relationships/image" Target="/ppt/media/image.png" Id="R6cdeaf68fc914541" /><Relationship Type="http://schemas.openxmlformats.org/officeDocument/2006/relationships/image" Target="/ppt/media/image2.png" Id="Rf413a2479b754084" /><Relationship Type="http://schemas.openxmlformats.org/officeDocument/2006/relationships/image" Target="/ppt/media/image3.png" Id="R08ad097bda9b49b3" /><Relationship Type="http://schemas.openxmlformats.org/officeDocument/2006/relationships/notesSlide" Target="/ppt/notesSlides/notesSlide1.xml" Id="Rf098804051ac44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c1bf979db2498f" /><Relationship Type="http://schemas.openxmlformats.org/officeDocument/2006/relationships/image" Target="/ppt/media/image4.png" Id="R24f53971aec7450c" /><Relationship Type="http://schemas.openxmlformats.org/officeDocument/2006/relationships/notesSlide" Target="/ppt/notesSlides/notesSlide2.xml" Id="Re436f60f350d434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ef1e053a024f2c" /><Relationship Type="http://schemas.openxmlformats.org/officeDocument/2006/relationships/notesSlide" Target="/ppt/notesSlides/notesSlide3.xml" Id="Rc58a122059cc479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fc1bd18a649b0" /><Relationship Type="http://schemas.openxmlformats.org/officeDocument/2006/relationships/image" Target="/ppt/media/image5.png" Id="Rd544b95d308b4a5d" /><Relationship Type="http://schemas.openxmlformats.org/officeDocument/2006/relationships/notesSlide" Target="/ppt/notesSlides/notesSlide4.xml" Id="R758d6507bed546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236032a8f4951" /><Relationship Type="http://schemas.openxmlformats.org/officeDocument/2006/relationships/notesSlide" Target="/ppt/notesSlides/notesSlide5.xml" Id="R31a6b6fbf2ca4d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e7609b4f845df" /><Relationship Type="http://schemas.openxmlformats.org/officeDocument/2006/relationships/notesSlide" Target="/ppt/notesSlides/notesSlide6.xml" Id="R4e4192eb2a3144e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6065b1041440f" /><Relationship Type="http://schemas.openxmlformats.org/officeDocument/2006/relationships/notesSlide" Target="/ppt/notesSlides/notesSlide7.xml" Id="Rba043ed38d6c43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58db41ef0435c" /><Relationship Type="http://schemas.openxmlformats.org/officeDocument/2006/relationships/image" Target="/ppt/media/image6.png" Id="R691575dfe21a41ff" /><Relationship Type="http://schemas.openxmlformats.org/officeDocument/2006/relationships/notesSlide" Target="/ppt/notesSlides/notesSlide8.xml" Id="R07ab996d351b48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a0ce47f8947ae" /><Relationship Type="http://schemas.openxmlformats.org/officeDocument/2006/relationships/image" Target="/ppt/media/image7.png" Id="R146259b02a4b4fae" /><Relationship Type="http://schemas.openxmlformats.org/officeDocument/2006/relationships/image" Target="/ppt/media/image8.png" Id="R2208c3a4b76e4844" /><Relationship Type="http://schemas.openxmlformats.org/officeDocument/2006/relationships/notesSlide" Target="/ppt/notesSlides/notesSlide9.xml" Id="R54386870485a4a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8d201c2424624" /><Relationship Type="http://schemas.openxmlformats.org/officeDocument/2006/relationships/notesSlide" Target="/ppt/notesSlides/notesSlide10.xml" Id="Rb38b04d5fad14d4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243046ee048a3" /><Relationship Type="http://schemas.openxmlformats.org/officeDocument/2006/relationships/image" Target="/ppt/media/image9.png" Id="R8ddd339eab104b3f" /><Relationship Type="http://schemas.openxmlformats.org/officeDocument/2006/relationships/notesSlide" Target="/ppt/notesSlides/notesSlide11.xml" Id="Rf8ed5288ca3c44b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a6c92763d4413" /><Relationship Type="http://schemas.openxmlformats.org/officeDocument/2006/relationships/notesSlide" Target="/ppt/notesSlides/notesSlide12.xml" Id="R1723858f3a1c401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1047177a346de" /><Relationship Type="http://schemas.openxmlformats.org/officeDocument/2006/relationships/image" Target="/ppt/media/image10.png" Id="R30d9db6920504903" /><Relationship Type="http://schemas.openxmlformats.org/officeDocument/2006/relationships/notesSlide" Target="/ppt/notesSlides/notesSlide13.xml" Id="Rbf0bec7ba2bc49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a25e1348f4f64" /><Relationship Type="http://schemas.openxmlformats.org/officeDocument/2006/relationships/image" Target="/ppt/media/image11.png" Id="Rf5a3e5e92ede4e99" /><Relationship Type="http://schemas.openxmlformats.org/officeDocument/2006/relationships/image" Target="/ppt/media/image12.png" Id="Ra3953bde14204f8a" /><Relationship Type="http://schemas.openxmlformats.org/officeDocument/2006/relationships/image" Target="/ppt/media/image13.png" Id="R685a2f16d8564ed7" /><Relationship Type="http://schemas.openxmlformats.org/officeDocument/2006/relationships/notesSlide" Target="/ppt/notesSlides/notesSlide14.xml" Id="R9591d18e678e45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deaf68fc914541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0E48C-1295-4C54-A2CA-8359F48C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00" y="63881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42CB91-D6B7-42C6-BE86-30FD2C78A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7747000" cy="208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next customer</a:t>
            </a:r>
          </a:p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may come with AI.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21BF8D-B735-4F86-A5A9-1A2B5E1E6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648200"/>
            <a:ext cx="59690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6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Haggl helps your business</a:t>
            </a:r>
          </a:p>
          <a:p xmlns:a="http://schemas.openxmlformats.org/drawingml/2006/main">
            <a:pPr>
              <a:defRPr sz="26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make the offer.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EDAEC4-3523-40C4-9478-7D49D78B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07060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A partnership for Georgia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816B4-A4F6-4759-B8DA-117491C01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100"/>
            <a:ext cx="2794000" cy="10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C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3a2479b754084"/>
          <a:stretch xmlns:a="http://schemas.openxmlformats.org/drawingml/2006/main"/>
        </p:blipFill>
        <p:spPr>
          <a:xfrm xmlns:a="http://schemas.openxmlformats.org/drawingml/2006/main">
            <a:off x="812800" y="419100"/>
            <a:ext cx="2540000" cy="762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1778C-848C-4816-A0D4-6E0847BA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4200"/>
            <a:ext cx="4572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d097bda9b49b3"/>
          <a:stretch xmlns:a="http://schemas.openxmlformats.org/drawingml/2006/main"/>
        </p:blipFill>
        <p:spPr>
          <a:xfrm xmlns:a="http://schemas.openxmlformats.org/drawingml/2006/main">
            <a:off x="4216400" y="533400"/>
            <a:ext cx="482600" cy="482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36E1ED-C1FA-4061-BC24-8A5241D7D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533400"/>
            <a:ext cx="21590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haggl</a:t>
            </a:r>
          </a:p>
        </p:txBody>
      </p:sp>
    </p:spTree>
    <p:extLst>
      <p:ext uri="{BB962C8B-B14F-4D97-AF65-F5344CB8AC3E}">
        <p14:creationId xmlns:p14="http://schemas.microsoft.com/office/powerpoint/2010/main" val="7875008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53971aec7450c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CD767-CCC3-486E-86C1-4F93F63B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00" y="63881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E95AD-17CD-434A-BADD-C70BEC35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55700"/>
            <a:ext cx="6604000" cy="196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is part of</a:t>
            </a:r>
          </a:p>
          <a:p xmlns:a="http://schemas.openxmlformats.org/drawingml/2006/main">
            <a:pPr>
              <a:defRPr sz="5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everyday life.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F65D81-B843-424A-9D85-09780F11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721100"/>
            <a:ext cx="5461000" cy="124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work. For answers.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buying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101589-33A7-4B68-A3DD-0B2432B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626100"/>
            <a:ext cx="5842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And people will use it more.</a:t>
            </a:r>
          </a:p>
        </p:txBody>
      </p:sp>
    </p:spTree>
    <p:extLst>
      <p:ext uri="{BB962C8B-B14F-4D97-AF65-F5344CB8AC3E}">
        <p14:creationId xmlns:p14="http://schemas.microsoft.com/office/powerpoint/2010/main" val="20277694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93F4E1-77CB-4138-85B9-B41DE518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00" y="63881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13419A-B5F7-4E26-83A8-DA77BCD0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6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Shopping is changing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4874F-8832-40E3-8074-812690EB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501900"/>
            <a:ext cx="46990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D8A732-1AB2-4948-87E5-5A074D416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365500"/>
            <a:ext cx="51435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00" b="0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3400" b="0">
                <a:solidFill>
                  <a:srgbClr val="0F1115"/>
                </a:solidFill>
                <a:latin typeface="Arial"/>
                <a:ea typeface="Arial"/>
                <a:cs typeface="Arial"/>
              </a:rPr>
              <a:t>Customers compare</a:t>
            </a:r>
          </a:p>
          <a:p xmlns:a="http://schemas.openxmlformats.org/drawingml/2006/main">
            <a:pPr>
              <a:defRPr sz="3400" b="0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3400" b="0">
                <a:solidFill>
                  <a:srgbClr val="0F1115"/>
                </a:solidFill>
                <a:latin typeface="Arial"/>
                <a:ea typeface="Arial"/>
                <a:cs typeface="Arial"/>
              </a:rPr>
              <a:t>websites.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50485A-F40F-4FD0-BB30-EFEA7EB48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2501900"/>
            <a:ext cx="46990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4A1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4A1C"/>
                </a:solidFill>
                <a:latin typeface="Arial"/>
                <a:ea typeface="Arial"/>
                <a:cs typeface="Arial"/>
              </a:rPr>
              <a:t>With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63907C-8CD8-4263-95ED-42DD2272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2900" y="3365500"/>
            <a:ext cx="47625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00" b="0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3400" b="0">
                <a:solidFill>
                  <a:srgbClr val="0F1115"/>
                </a:solidFill>
                <a:latin typeface="Arial"/>
                <a:ea typeface="Arial"/>
                <a:cs typeface="Arial"/>
              </a:rPr>
              <a:t>AI compares</a:t>
            </a:r>
          </a:p>
          <a:p xmlns:a="http://schemas.openxmlformats.org/drawingml/2006/main">
            <a:pPr>
              <a:defRPr sz="3400" b="0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3400" b="0">
                <a:solidFill>
                  <a:srgbClr val="0F1115"/>
                </a:solidFill>
                <a:latin typeface="Arial"/>
                <a:ea typeface="Arial"/>
                <a:cs typeface="Arial"/>
              </a:rPr>
              <a:t>for them.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F31537-B20C-47C9-AD63-6FDDF48C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689600"/>
            <a:ext cx="10541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Your business needs a way to respond.</a:t>
            </a:r>
          </a:p>
        </p:txBody>
      </p:sp>
    </p:spTree>
    <p:extLst>
      <p:ext uri="{BB962C8B-B14F-4D97-AF65-F5344CB8AC3E}">
        <p14:creationId xmlns:p14="http://schemas.microsoft.com/office/powerpoint/2010/main" val="19832847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44b95d308b4a5d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C40BD7-3B51-4B47-8122-BBD678E3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00" y="63881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96978D-2DB8-40AD-B6FA-E19CD13D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16000"/>
            <a:ext cx="812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Meet Haggl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4AC27-95FB-4BAD-B694-07CF81943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654300"/>
            <a:ext cx="6985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Your business’s</a:t>
            </a:r>
          </a:p>
          <a:p xmlns:a="http://schemas.openxmlformats.org/drawingml/2006/main">
            <a:pPr>
              <a:defRPr sz="4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AI negotiator.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087F1-7FB9-4B55-A0F8-3A529F5E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940300"/>
            <a:ext cx="6477000" cy="10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It talks to your customer’s AI</a:t>
            </a:r>
          </a:p>
          <a:p xmlns:a="http://schemas.openxmlformats.org/drawingml/2006/main">
            <a:pPr>
              <a:defRPr sz="23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and makes an offer within your limits.</a:t>
            </a:r>
          </a:p>
        </p:txBody>
      </p:sp>
    </p:spTree>
    <p:extLst>
      <p:ext uri="{BB962C8B-B14F-4D97-AF65-F5344CB8AC3E}">
        <p14:creationId xmlns:p14="http://schemas.microsoft.com/office/powerpoint/2010/main" val="14893349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11BA7-5FB1-4052-88A8-143BEF0D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00" y="63881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C5258-104C-451F-BD46-BB64660B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600"/>
            <a:ext cx="10922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4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How it works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1495C-8645-41B8-BE44-876DFC40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52700"/>
            <a:ext cx="2413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A4940C-E045-40EA-BE4E-CD66CC05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3700"/>
            <a:ext cx="24130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A customer</a:t>
            </a:r>
          </a:p>
          <a:p xmlns:a="http://schemas.openxmlformats.org/drawingml/2006/main">
            <a:pPr>
              <a:defRPr sz="25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asks 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342FA7-D35C-4015-BDCA-F04B7E61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600" y="2552700"/>
            <a:ext cx="2413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63386-72E0-498A-8CAA-DB198179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0600" y="4203700"/>
            <a:ext cx="24130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AI talks</a:t>
            </a:r>
          </a:p>
          <a:p xmlns:a="http://schemas.openxmlformats.org/drawingml/2006/main">
            <a:pPr>
              <a:defRPr sz="25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to Haggl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DAAB0-7C38-4FAE-BC84-3E04DD9C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2552700"/>
            <a:ext cx="2413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FF4A1C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F4A1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C51A5-8B6E-427B-8FE6-C7232241D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5400" y="4203700"/>
            <a:ext cx="24130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Haggl makes</a:t>
            </a:r>
          </a:p>
          <a:p xmlns:a="http://schemas.openxmlformats.org/drawingml/2006/main">
            <a:pPr>
              <a:defRPr sz="25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an offer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FD45AF-007C-42C1-AA7C-2396C34A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52700"/>
            <a:ext cx="2413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E7947-6A5C-4AD5-8E4F-ACAF2CEF3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03700"/>
            <a:ext cx="24130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The customer</a:t>
            </a:r>
          </a:p>
          <a:p xmlns:a="http://schemas.openxmlformats.org/drawingml/2006/main">
            <a:pPr>
              <a:defRPr sz="25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buys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85EF7B-367C-4108-B15C-685DA271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892800"/>
            <a:ext cx="10414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Every offer stays within the limits you set.</a:t>
            </a:r>
          </a:p>
        </p:txBody>
      </p:sp>
    </p:spTree>
    <p:extLst>
      <p:ext uri="{BB962C8B-B14F-4D97-AF65-F5344CB8AC3E}">
        <p14:creationId xmlns:p14="http://schemas.microsoft.com/office/powerpoint/2010/main" val="15804408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C334DF-165E-4596-87C3-2C09F559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00" y="63881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048FD-43D6-4DB9-9F68-5CFF4531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600"/>
            <a:ext cx="1104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simple laptop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9895F-7555-4C0C-AF01-43704AC0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324100"/>
            <a:ext cx="2603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Customer’s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8CB7E-5F46-4620-88EF-6EC2060B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2159000"/>
            <a:ext cx="78740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“Can this store make</a:t>
            </a:r>
          </a:p>
          <a:p xmlns:a="http://schemas.openxmlformats.org/drawingml/2006/main">
            <a:pPr>
              <a:defRPr sz="3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me a better offer?”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EFFED8-3B0A-40B4-9FCF-3EAD3CB6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19600"/>
            <a:ext cx="2603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00" b="1">
                <a:solidFill>
                  <a:srgbClr val="FF4A1C"/>
                </a:solidFill>
                <a:latin typeface="Arial"/>
                <a:ea typeface="Arial"/>
                <a:cs typeface="Arial"/>
              </a:defRPr>
            </a:pPr>
            <a:r>
              <a:rPr sz="1900" b="1">
                <a:solidFill>
                  <a:srgbClr val="FF4A1C"/>
                </a:solidFill>
                <a:latin typeface="Arial"/>
                <a:ea typeface="Arial"/>
                <a:cs typeface="Arial"/>
              </a:rPr>
              <a:t>Haggl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5A186-A3FF-463D-B63B-BA8B252C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8400" y="4203700"/>
            <a:ext cx="7874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500" b="1">
                <a:solidFill>
                  <a:srgbClr val="16C34A"/>
                </a:solidFill>
                <a:latin typeface="Arial"/>
                <a:ea typeface="Arial"/>
                <a:cs typeface="Arial"/>
              </a:defRPr>
            </a:pPr>
            <a:r>
              <a:rPr sz="3500" b="1">
                <a:solidFill>
                  <a:srgbClr val="16C34A"/>
                </a:solidFill>
                <a:latin typeface="Arial"/>
                <a:ea typeface="Arial"/>
                <a:cs typeface="Arial"/>
              </a:rPr>
              <a:t>“Here is a deal within</a:t>
            </a:r>
          </a:p>
          <a:p xmlns:a="http://schemas.openxmlformats.org/drawingml/2006/main">
            <a:pPr>
              <a:defRPr sz="3500" b="1">
                <a:solidFill>
                  <a:srgbClr val="16C34A"/>
                </a:solidFill>
                <a:latin typeface="Arial"/>
                <a:ea typeface="Arial"/>
                <a:cs typeface="Arial"/>
              </a:defRPr>
            </a:pPr>
            <a:r>
              <a:rPr sz="3500" b="1">
                <a:solidFill>
                  <a:srgbClr val="16C34A"/>
                </a:solidFill>
                <a:latin typeface="Arial"/>
                <a:ea typeface="Arial"/>
                <a:cs typeface="Arial"/>
              </a:rPr>
              <a:t>the store’s limits.”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CAEB63-FA30-43A1-A927-BC463E7B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235700"/>
            <a:ext cx="787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14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Illustrative conversation</a:t>
            </a:r>
          </a:p>
        </p:txBody>
      </p:sp>
    </p:spTree>
    <p:extLst>
      <p:ext uri="{BB962C8B-B14F-4D97-AF65-F5344CB8AC3E}">
        <p14:creationId xmlns:p14="http://schemas.microsoft.com/office/powerpoint/2010/main" val="9267825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30FFB-76C0-4488-9832-CCF92537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00" y="63881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F04EBF-4220-4840-9AB4-13CAB0A9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1500"/>
            <a:ext cx="60325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Your business.</a:t>
            </a:r>
          </a:p>
          <a:p xmlns:a="http://schemas.openxmlformats.org/drawingml/2006/main">
            <a:pPr>
              <a:defRPr sz="51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Your rules.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8E0BF-47E4-4011-916E-A714ABDE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2209800"/>
            <a:ext cx="45085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You choose the products.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96E58A-0C42-4BE7-A905-0CA4C51D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3644900"/>
            <a:ext cx="45085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You set the price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4F9BA6-A171-4131-B0A9-6C11FD2A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5080000"/>
            <a:ext cx="4508500" cy="101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Haggl works inside them.</a:t>
            </a:r>
          </a:p>
        </p:txBody>
      </p:sp>
    </p:spTree>
    <p:extLst>
      <p:ext uri="{BB962C8B-B14F-4D97-AF65-F5344CB8AC3E}">
        <p14:creationId xmlns:p14="http://schemas.microsoft.com/office/powerpoint/2010/main" val="6032533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F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575dfe21a41f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882236-F8BB-46C5-AD1D-92AF4A53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00" y="63881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629CBA-8A54-46BA-9C87-18A8931B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7747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better offer.</a:t>
            </a:r>
          </a:p>
          <a:p xmlns:a="http://schemas.openxmlformats.org/drawingml/2006/main">
            <a:pPr>
              <a:defRPr sz="5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reason to buy.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E970C-FDC3-49DD-8C81-2ACDCD08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279900"/>
            <a:ext cx="6731000" cy="774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Respond to AI shoppers.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92548-E8AA-4E48-8FEC-CD5387A7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384800"/>
            <a:ext cx="7493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Save time on routine negotiation.</a:t>
            </a:r>
          </a:p>
        </p:txBody>
      </p:sp>
    </p:spTree>
    <p:extLst>
      <p:ext uri="{BB962C8B-B14F-4D97-AF65-F5344CB8AC3E}">
        <p14:creationId xmlns:p14="http://schemas.microsoft.com/office/powerpoint/2010/main" val="15393588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3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410796-E4F8-4071-8E84-0C29C601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00" y="63881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66A6C-DB09-406E-A7E2-39F5E0DAF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600"/>
            <a:ext cx="10922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One partnership for Georgia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CC9308-1F6C-448A-8039-C457966E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800" y="2794000"/>
            <a:ext cx="40640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haggl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292F3B-B6F8-4407-AD40-A7723DD8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984500"/>
            <a:ext cx="889000" cy="1041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0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4800" b="0">
                <a:solidFill>
                  <a:srgbClr val="7C3AE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14C73-ADB3-41E9-8577-A3FB48D3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577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00" b="1">
                <a:solidFill>
                  <a:srgbClr val="FF4A1C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F4A1C"/>
                </a:solidFill>
                <a:latin typeface="Arial"/>
                <a:ea typeface="Arial"/>
                <a:cs typeface="Arial"/>
              </a:rPr>
              <a:t>The technology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F1A10-4697-41AF-84CF-241ACC7BD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346700"/>
            <a:ext cx="4953000" cy="736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Haggl provides the AI.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0299A-DF4F-4179-ADE8-BC73F0F1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57700"/>
            <a:ext cx="444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900" b="1">
                <a:solidFill>
                  <a:srgbClr val="16C34A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16C34A"/>
                </a:solidFill>
                <a:latin typeface="Arial"/>
                <a:ea typeface="Arial"/>
                <a:cs typeface="Arial"/>
              </a:rPr>
              <a:t>The sales engine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04DC0-C5A2-43CB-A8FD-70BF2BFF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346700"/>
            <a:ext cx="44450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Pulsartech brings it to Georgia.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6259b02a4b4fae"/>
          <a:stretch xmlns:a="http://schemas.openxmlformats.org/drawingml/2006/main"/>
        </p:blipFill>
        <p:spPr>
          <a:xfrm xmlns:a="http://schemas.openxmlformats.org/drawingml/2006/main">
            <a:off x="685800" y="2921000"/>
            <a:ext cx="698500" cy="6985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08c3a4b76e4844"/>
          <a:stretch xmlns:a="http://schemas.openxmlformats.org/drawingml/2006/main"/>
        </p:blipFill>
        <p:spPr>
          <a:xfrm xmlns:a="http://schemas.openxmlformats.org/drawingml/2006/main">
            <a:off x="6959600" y="2679700"/>
            <a:ext cx="3937000" cy="1181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0838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3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482DF-B3FC-40DC-99E0-CC0E204C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00" y="63881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0B6DB-CD37-4978-976C-5E8913D5B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600"/>
            <a:ext cx="1104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43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For products and property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D4E2F-43BC-4807-B5EE-52F13980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6200"/>
            <a:ext cx="4851400" cy="107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Ecommerce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D24CC2-45B2-43C4-B2BB-42D7A17A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21100"/>
            <a:ext cx="48514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Personal offers for online shoppers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6B268B-B5FB-4D82-A69C-B61B33B7A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300" y="2413000"/>
            <a:ext cx="4851400" cy="107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Banks and financial</a:t>
            </a:r>
          </a:p>
          <a:p xmlns:a="http://schemas.openxmlformats.org/drawingml/2006/main">
            <a:pPr>
              <a:defRPr sz="28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institutions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341C4-1A2E-4E1D-AF65-112AC0F7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300" y="3517900"/>
            <a:ext cx="48514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Offers on approved service packages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02BAE-927C-4A1C-8E27-CEC876A10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2300"/>
            <a:ext cx="4851400" cy="107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Car sales platforms</a:t>
            </a:r>
          </a:p>
          <a:p xmlns:a="http://schemas.openxmlformats.org/drawingml/2006/main">
            <a:pPr>
              <a:defRPr sz="28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and portals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ED994-3929-4C94-9436-E9165056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37200"/>
            <a:ext cx="48514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Offers on cars and related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B306DC-2417-4170-96FE-B5BE6C77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300" y="4622800"/>
            <a:ext cx="4851400" cy="107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Real estate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C88ED9-003E-46D3-8AB9-3774AFBD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8300" y="5727700"/>
            <a:ext cx="48514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Offers on properties and rentals</a:t>
            </a:r>
          </a:p>
        </p:txBody>
      </p:sp>
    </p:spTree>
    <p:extLst>
      <p:ext uri="{BB962C8B-B14F-4D97-AF65-F5344CB8AC3E}">
        <p14:creationId xmlns:p14="http://schemas.microsoft.com/office/powerpoint/2010/main" val="8673352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F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dd339eab104b3f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75EF7-829C-40FE-8B00-2FB7C114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00" y="63881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678F04-4389-465E-959A-5C075932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1049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 everyday services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9D6BF-8666-4963-BD57-5DB436EFC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298700"/>
            <a:ext cx="736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Hospitality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BF1745-EB9F-49B3-BD58-2ECF4063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946400"/>
            <a:ext cx="736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Room offers and booking packages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8678D-93F3-40E3-8300-F98D4812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708400"/>
            <a:ext cx="736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Internet and telecom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452A12-4742-43C3-9048-C1623E3A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356100"/>
            <a:ext cx="736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Offers on plans and bundles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D976C-C664-4996-980C-3EB858A8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118100"/>
            <a:ext cx="736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SaaS solutions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0DEAE8-42D4-42E5-A0A4-07F14E0C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765800"/>
            <a:ext cx="736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Offers on software subscriptions</a:t>
            </a:r>
          </a:p>
        </p:txBody>
      </p:sp>
    </p:spTree>
    <p:extLst>
      <p:ext uri="{BB962C8B-B14F-4D97-AF65-F5344CB8AC3E}">
        <p14:creationId xmlns:p14="http://schemas.microsoft.com/office/powerpoint/2010/main" val="7594440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3F1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529AE-D331-4F31-94C9-BCEAF09BF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00" y="63881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96AABD-57F2-4633-A0FA-B0AC4C0E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36600"/>
            <a:ext cx="10922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43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Our model for Georgia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3F2EB-15AF-4D91-9D27-99A709B8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" y="2247900"/>
            <a:ext cx="78740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800" b="1">
                <a:solidFill>
                  <a:srgbClr val="7C3AED"/>
                </a:solidFill>
                <a:latin typeface="Arial"/>
                <a:ea typeface="Arial"/>
                <a:cs typeface="Arial"/>
              </a:defRPr>
            </a:pPr>
            <a:r>
              <a:rPr sz="10800" b="1">
                <a:solidFill>
                  <a:srgbClr val="7C3AED"/>
                </a:solidFill>
                <a:latin typeface="Arial"/>
                <a:ea typeface="Arial"/>
                <a:cs typeface="Arial"/>
              </a:rPr>
              <a:t>1–20%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F4734B-6CA7-4253-924C-D18946E3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419600"/>
            <a:ext cx="7429500" cy="107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00" b="0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F1115"/>
                </a:solidFill>
                <a:latin typeface="Arial"/>
                <a:ea typeface="Arial"/>
                <a:cs typeface="Arial"/>
              </a:rPr>
              <a:t>One combined Haggl + Pulsartech fee</a:t>
            </a:r>
          </a:p>
          <a:p xmlns:a="http://schemas.openxmlformats.org/drawingml/2006/main">
            <a:pPr>
              <a:defRPr sz="2500" b="0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F1115"/>
                </a:solidFill>
                <a:latin typeface="Arial"/>
                <a:ea typeface="Arial"/>
                <a:cs typeface="Arial"/>
              </a:rPr>
              <a:t>per successful deal.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F55B5-E146-4100-92AC-2C47A8DD0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59080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Real estate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22412-6541-4591-96A7-EAA620BE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086100"/>
            <a:ext cx="28194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Around 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4882E9-33C4-4764-84EF-02A50E4EF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305300"/>
            <a:ext cx="2819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Smaller deals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C85F23-C691-47E5-833C-E1C673EE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00600"/>
            <a:ext cx="28194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00" b="1">
                <a:solidFill>
                  <a:srgbClr val="0F1115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F1115"/>
                </a:solidFill>
                <a:latin typeface="Arial"/>
                <a:ea typeface="Arial"/>
                <a:cs typeface="Arial"/>
              </a:rPr>
              <a:t>Higher 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D1B66B-E7A4-43BD-989D-C64D949C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019800"/>
            <a:ext cx="106045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00" b="0">
                <a:solidFill>
                  <a:srgbClr val="475467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475467"/>
                </a:solidFill>
                <a:latin typeface="Arial"/>
                <a:ea typeface="Arial"/>
                <a:cs typeface="Arial"/>
              </a:rPr>
              <a:t>The rate depends on the industry and the deal.</a:t>
            </a:r>
          </a:p>
        </p:txBody>
      </p:sp>
    </p:spTree>
    <p:extLst>
      <p:ext uri="{BB962C8B-B14F-4D97-AF65-F5344CB8AC3E}">
        <p14:creationId xmlns:p14="http://schemas.microsoft.com/office/powerpoint/2010/main" val="8468725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F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9db6920504903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1B0C7-42E2-4FFF-BB07-BFD76831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00" y="63881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EF85F-B78E-4140-9132-19E16FDE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109220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Ready for Georgia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FB873-8E25-4C55-939F-C7D8045E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387600"/>
            <a:ext cx="361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Georgian language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094C9-07D4-4FEA-9A94-ABA27678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87600"/>
            <a:ext cx="2921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Prices in GEL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AAD23-0237-46A1-98EE-B298117A4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87600"/>
            <a:ext cx="355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Local payments</a:t>
            </a:r>
          </a:p>
        </p:txBody>
      </p:sp>
    </p:spTree>
    <p:extLst>
      <p:ext uri="{BB962C8B-B14F-4D97-AF65-F5344CB8AC3E}">
        <p14:creationId xmlns:p14="http://schemas.microsoft.com/office/powerpoint/2010/main" val="5789471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F111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3e5e92ede4e99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D4A9A-42A7-4363-9B40-A191BCA1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4100" y="6388100"/>
            <a:ext cx="50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11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C053A-3302-4459-89DA-46CDF5CB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747000" cy="208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See Haggl</a:t>
            </a:r>
          </a:p>
          <a:p xmlns:a="http://schemas.openxmlformats.org/drawingml/2006/main">
            <a:pPr>
              <a:defRPr sz="5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 your business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E59329-70B1-4961-9A60-E7002072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559300"/>
            <a:ext cx="73025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A demo built around your customers.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66E10-8666-4597-A378-DBAE5FC5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702300"/>
            <a:ext cx="7620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info@pulsartech.ge</a:t>
            </a:r>
          </a:p>
          <a:p xmlns:a="http://schemas.openxmlformats.org/drawingml/2006/main">
            <a:pPr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+995 599 992 030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F79EC1-CDC1-4863-9295-7860CC52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100"/>
            <a:ext cx="2794000" cy="101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1EC"/>
          </a:solidFill>
          <a:ln xmlns:a="http://schemas.openxmlformats.org/drawingml/2006/main" w="0">
            <a:noFill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53bde14204f8a"/>
          <a:stretch xmlns:a="http://schemas.openxmlformats.org/drawingml/2006/main"/>
        </p:blipFill>
        <p:spPr>
          <a:xfrm xmlns:a="http://schemas.openxmlformats.org/drawingml/2006/main">
            <a:off x="812800" y="419100"/>
            <a:ext cx="2540000" cy="762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B7E19A-16DD-4C6E-BD62-BD38BA7EE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584200"/>
            <a:ext cx="457200" cy="48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0">
                <a:solidFill>
                  <a:srgbClr val="BCC2C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BCC2CF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a2f16d8564ed7"/>
          <a:stretch xmlns:a="http://schemas.openxmlformats.org/drawingml/2006/main"/>
        </p:blipFill>
        <p:spPr>
          <a:xfrm xmlns:a="http://schemas.openxmlformats.org/drawingml/2006/main">
            <a:off x="4216400" y="533400"/>
            <a:ext cx="482600" cy="4826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EB0FB-10D2-400D-A005-750D226E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6000" y="533400"/>
            <a:ext cx="21590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haggl</a:t>
            </a:r>
          </a:p>
        </p:txBody>
      </p:sp>
    </p:spTree>
    <p:extLst>
      <p:ext uri="{BB962C8B-B14F-4D97-AF65-F5344CB8AC3E}">
        <p14:creationId xmlns:p14="http://schemas.microsoft.com/office/powerpoint/2010/main" val="817160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2026-09-16T12:59:20.4980000Z</dcterms:created>
  <dcterms:modified xsi:type="dcterms:W3CDTF">2026-09-16T12:59:20.4980000Z</dcterms:modified>
</coreProperties>
</file>