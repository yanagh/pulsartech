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6951006ad24f88" /><Relationship Type="http://schemas.openxmlformats.org/officeDocument/2006/relationships/extended-properties" Target="/docProps/app.xml" Id="Rf54ae3123bd54c73" /><Relationship Type="http://schemas.openxmlformats.org/officeDocument/2006/relationships/officeDocument" Target="/ppt/presentation.xml" Id="Re1666d090b9746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21b1451e584100"/>
  </p:sldMasterIdLst>
  <p:notesMasterIdLst>
    <p:notesMasterId xmlns:r="http://schemas.openxmlformats.org/officeDocument/2006/relationships" r:id="Rad72c624e04244d9"/>
  </p:notesMasterIdLst>
  <p:sldIdLst>
    <p:sldId xmlns:r="http://schemas.openxmlformats.org/officeDocument/2006/relationships" id="256" r:id="Ra919897420914ebe"/>
    <p:sldId xmlns:r="http://schemas.openxmlformats.org/officeDocument/2006/relationships" id="257" r:id="Rd140f564f9fc4ff1"/>
    <p:sldId xmlns:r="http://schemas.openxmlformats.org/officeDocument/2006/relationships" id="258" r:id="Rcf89f625e3064975"/>
    <p:sldId xmlns:r="http://schemas.openxmlformats.org/officeDocument/2006/relationships" id="259" r:id="Rc2461a95f0a04b56"/>
    <p:sldId xmlns:r="http://schemas.openxmlformats.org/officeDocument/2006/relationships" id="260" r:id="Rd5fb7ef6ba7e4ddd"/>
    <p:sldId xmlns:r="http://schemas.openxmlformats.org/officeDocument/2006/relationships" id="261" r:id="Rcdee5830daaa45cf"/>
    <p:sldId xmlns:r="http://schemas.openxmlformats.org/officeDocument/2006/relationships" id="262" r:id="R28a3f60ac60c43f3"/>
    <p:sldId xmlns:r="http://schemas.openxmlformats.org/officeDocument/2006/relationships" id="263" r:id="R6d783900ec784dd2"/>
    <p:sldId xmlns:r="http://schemas.openxmlformats.org/officeDocument/2006/relationships" id="264" r:id="R4ce64910e9dd4a0a"/>
    <p:sldId xmlns:r="http://schemas.openxmlformats.org/officeDocument/2006/relationships" id="265" r:id="R9bc28b11dae64703"/>
    <p:sldId xmlns:r="http://schemas.openxmlformats.org/officeDocument/2006/relationships" id="266" r:id="R3e6ba78986fb4381"/>
    <p:sldId xmlns:r="http://schemas.openxmlformats.org/officeDocument/2006/relationships" id="267" r:id="R0251d670331a45d8"/>
    <p:sldId xmlns:r="http://schemas.openxmlformats.org/officeDocument/2006/relationships" id="268" r:id="Rbe53f2391ff14d98"/>
    <p:sldId xmlns:r="http://schemas.openxmlformats.org/officeDocument/2006/relationships" id="269" r:id="R3fb5f44a783b49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9ca510934b488c" /><Relationship Type="http://schemas.openxmlformats.org/officeDocument/2006/relationships/slideMaster" Target="/ppt/slideMasters/slideMaster1.xml" Id="R3921b1451e584100" /><Relationship Type="http://schemas.openxmlformats.org/officeDocument/2006/relationships/notesMaster" Target="/ppt/notesMasters/notesMaster1.xml" Id="Rad72c624e04244d9" /><Relationship Type="http://schemas.openxmlformats.org/officeDocument/2006/relationships/presProps" Target="/ppt/presProps.xml" Id="R55172bdd360e44a9" /><Relationship Type="http://schemas.openxmlformats.org/officeDocument/2006/relationships/tableStyles" Target="/ppt/tableStyles.xml" Id="R136c5837cf51407b" /><Relationship Type="http://schemas.openxmlformats.org/officeDocument/2006/relationships/slide" Target="/ppt/slides/slide1.xml" Id="Ra919897420914ebe" /><Relationship Type="http://schemas.openxmlformats.org/officeDocument/2006/relationships/slide" Target="/ppt/slides/slide2.xml" Id="Rd140f564f9fc4ff1" /><Relationship Type="http://schemas.openxmlformats.org/officeDocument/2006/relationships/slide" Target="/ppt/slides/slide3.xml" Id="Rcf89f625e3064975" /><Relationship Type="http://schemas.openxmlformats.org/officeDocument/2006/relationships/slide" Target="/ppt/slides/slide4.xml" Id="Rc2461a95f0a04b56" /><Relationship Type="http://schemas.openxmlformats.org/officeDocument/2006/relationships/slide" Target="/ppt/slides/slide5.xml" Id="Rd5fb7ef6ba7e4ddd" /><Relationship Type="http://schemas.openxmlformats.org/officeDocument/2006/relationships/slide" Target="/ppt/slides/slide6.xml" Id="Rcdee5830daaa45cf" /><Relationship Type="http://schemas.openxmlformats.org/officeDocument/2006/relationships/slide" Target="/ppt/slides/slide7.xml" Id="R28a3f60ac60c43f3" /><Relationship Type="http://schemas.openxmlformats.org/officeDocument/2006/relationships/slide" Target="/ppt/slides/slide8.xml" Id="R6d783900ec784dd2" /><Relationship Type="http://schemas.openxmlformats.org/officeDocument/2006/relationships/slide" Target="/ppt/slides/slide9.xml" Id="R4ce64910e9dd4a0a" /><Relationship Type="http://schemas.openxmlformats.org/officeDocument/2006/relationships/slide" Target="/ppt/slides/slide10.xml" Id="R9bc28b11dae64703" /><Relationship Type="http://schemas.openxmlformats.org/officeDocument/2006/relationships/slide" Target="/ppt/slides/slide11.xml" Id="R3e6ba78986fb4381" /><Relationship Type="http://schemas.openxmlformats.org/officeDocument/2006/relationships/slide" Target="/ppt/slides/slide12.xml" Id="R0251d670331a45d8" /><Relationship Type="http://schemas.openxmlformats.org/officeDocument/2006/relationships/slide" Target="/ppt/slides/slide13.xml" Id="Rbe53f2391ff14d98" /><Relationship Type="http://schemas.openxmlformats.org/officeDocument/2006/relationships/slide" Target="/ppt/slides/slide14.xml" Id="R3fb5f44a783b49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bd48c882884d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76a518a5f8419f" /><Relationship Type="http://schemas.openxmlformats.org/officeDocument/2006/relationships/notesMaster" Target="/ppt/notesMasters/notesMaster1.xml" Id="Rc84b8ba473104e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c272b1b0d14a45" /><Relationship Type="http://schemas.openxmlformats.org/officeDocument/2006/relationships/notesMaster" Target="/ppt/notesMasters/notesMaster1.xml" Id="R18b37a7dd7294e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e63e9fa49349e5" /><Relationship Type="http://schemas.openxmlformats.org/officeDocument/2006/relationships/notesMaster" Target="/ppt/notesMasters/notesMaster1.xml" Id="R57b0f085639549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7b987a423c407e" /><Relationship Type="http://schemas.openxmlformats.org/officeDocument/2006/relationships/notesMaster" Target="/ppt/notesMasters/notesMaster1.xml" Id="Rcb97b3ad070341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a88a2e70c84304" /><Relationship Type="http://schemas.openxmlformats.org/officeDocument/2006/relationships/notesMaster" Target="/ppt/notesMasters/notesMaster1.xml" Id="R419cd064cbc248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a0d3bf2e054c4b" /><Relationship Type="http://schemas.openxmlformats.org/officeDocument/2006/relationships/notesMaster" Target="/ppt/notesMasters/notesMaster1.xml" Id="Rc04a5767848348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496a7c986e4e47" /><Relationship Type="http://schemas.openxmlformats.org/officeDocument/2006/relationships/notesMaster" Target="/ppt/notesMasters/notesMaster1.xml" Id="Rb9a00959917a48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5e661a383a496b" /><Relationship Type="http://schemas.openxmlformats.org/officeDocument/2006/relationships/notesMaster" Target="/ppt/notesMasters/notesMaster1.xml" Id="Rad60cedfe3204e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2759a504e3440e" /><Relationship Type="http://schemas.openxmlformats.org/officeDocument/2006/relationships/notesMaster" Target="/ppt/notesMasters/notesMaster1.xml" Id="Rbd6d499c73c74d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079befea204770" /><Relationship Type="http://schemas.openxmlformats.org/officeDocument/2006/relationships/notesMaster" Target="/ppt/notesMasters/notesMaster1.xml" Id="Reddf6d8ca14e4c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0c3b470a934600" /><Relationship Type="http://schemas.openxmlformats.org/officeDocument/2006/relationships/notesMaster" Target="/ppt/notesMasters/notesMaster1.xml" Id="R8054176a7a144b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e7dcbf6fd941cb" /><Relationship Type="http://schemas.openxmlformats.org/officeDocument/2006/relationships/notesMaster" Target="/ppt/notesMasters/notesMaster1.xml" Id="R03dda290bcf341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acbb90edef4917" /><Relationship Type="http://schemas.openxmlformats.org/officeDocument/2006/relationships/notesMaster" Target="/ppt/notesMasters/notesMaster1.xml" Id="R7842be01cd4448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8d07cda2f34943" /><Relationship Type="http://schemas.openxmlformats.org/officeDocument/2006/relationships/notesMaster" Target="/ppt/notesMasters/notesMaster1.xml" Id="R22484c3b764645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https://openai.com/index/how-people-are-using-chatgpt/ . Research supports broad use for everyday tasks, information and guidance. It does not establish that all Georgian consumers use AI daily. Image: supplied Pulsar website asset ai.png.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https://www.haggl.ai/ecom (reviewed September 16, 2026). This is the partnership’s forward-looking view, not a Georgia adoption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https://www.haggl.ai/ecom (reviewed September 16,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https://www.haggl.ai/ecom (reviewed September 16,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https://www.haggl.ai/ecom (reviewed September 16, 2026). Illustrative conversation only. No actual customer transaction or outcome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https://www.haggl.ai/ecom (reviewed September 16,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https://www.haggl.ai/ecom (reviewed September 16, 2026). Potential benefits, not measured or guaranteed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 Illustrative sector use cases for discussion, not case studies. Banking example concerns approved commercial service offers, not credit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 Illustrative sector use cases, not measured outcomes. SaaS means subscription software.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 Combined Haggl and Pulsartech fee range provided by Pulsartech. This proposed Georgia commercial model differs from Haggl’s public pricing at https://www.haggl.ai/pricing . Percentage base and settlement details require deal-specific agreement.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6d099cdd143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c96df82c5d42ed" /><Relationship Type="http://schemas.openxmlformats.org/officeDocument/2006/relationships/slideLayout" Target="/ppt/slideLayouts/slideLayout1.xml" Id="Re6b1649f384e4f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b1649f384e4f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0897aa8ff4f75" /><Relationship Type="http://schemas.openxmlformats.org/officeDocument/2006/relationships/notesSlide" Target="/ppt/notesSlides/notesSlide1.xml" Id="R8e4040b56dd947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06119a3994518" /><Relationship Type="http://schemas.openxmlformats.org/officeDocument/2006/relationships/image" Target="/ppt/media/image.png" Id="R5d037617410c499c" /><Relationship Type="http://schemas.openxmlformats.org/officeDocument/2006/relationships/notesSlide" Target="/ppt/notesSlides/notesSlide2.xml" Id="R88472b71450649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4dd23ee1e4171" /><Relationship Type="http://schemas.openxmlformats.org/officeDocument/2006/relationships/notesSlide" Target="/ppt/notesSlides/notesSlide3.xml" Id="Rb2775ca1cb7748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ee6adaf834ae8" /><Relationship Type="http://schemas.openxmlformats.org/officeDocument/2006/relationships/notesSlide" Target="/ppt/notesSlides/notesSlide4.xml" Id="R63118b875ad846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5674298654a44" /><Relationship Type="http://schemas.openxmlformats.org/officeDocument/2006/relationships/notesSlide" Target="/ppt/notesSlides/notesSlide5.xml" Id="R0dd865f99e7a45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6fad262be4255" /><Relationship Type="http://schemas.openxmlformats.org/officeDocument/2006/relationships/notesSlide" Target="/ppt/notesSlides/notesSlide6.xml" Id="R6dc210468b164a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97e05a2a44ff5" /><Relationship Type="http://schemas.openxmlformats.org/officeDocument/2006/relationships/notesSlide" Target="/ppt/notesSlides/notesSlide7.xml" Id="Rf85a94e33db543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73a57937842a3" /><Relationship Type="http://schemas.openxmlformats.org/officeDocument/2006/relationships/notesSlide" Target="/ppt/notesSlides/notesSlide8.xml" Id="Rbb81e4dc552e48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db84594214a6a" /><Relationship Type="http://schemas.openxmlformats.org/officeDocument/2006/relationships/notesSlide" Target="/ppt/notesSlides/notesSlide9.xml" Id="R1d807f3d2b2544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a89aef69146d2" /><Relationship Type="http://schemas.openxmlformats.org/officeDocument/2006/relationships/notesSlide" Target="/ppt/notesSlides/notesSlide10.xml" Id="R19206371851a4b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2395fa74a4e1c" /><Relationship Type="http://schemas.openxmlformats.org/officeDocument/2006/relationships/notesSlide" Target="/ppt/notesSlides/notesSlide11.xml" Id="Rfdd5191b546945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c32c112a64990" /><Relationship Type="http://schemas.openxmlformats.org/officeDocument/2006/relationships/notesSlide" Target="/ppt/notesSlides/notesSlide12.xml" Id="Ra77e9c45bd1f4f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207dcd8db40de" /><Relationship Type="http://schemas.openxmlformats.org/officeDocument/2006/relationships/notesSlide" Target="/ppt/notesSlides/notesSlide13.xml" Id="Rf4750a8d733c4e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38203ef5e465d" /><Relationship Type="http://schemas.openxmlformats.org/officeDocument/2006/relationships/notesSlide" Target="/ppt/notesSlides/notesSlide14.xml" Id="R8c78e99e1cbf4c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CC327-9944-4856-822C-9AE083C8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CE15F-E6B1-49BF-8334-A6036EF3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C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C34A"/>
                </a:solidFill>
                <a:latin typeface="Helvetica Neue"/>
                <a:ea typeface="Helvetica Neue"/>
                <a:cs typeface="Helvetica Neue"/>
              </a:rPr>
              <a:t>Pulsartech + haggl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22EF2-0EE6-4D74-9645-2923654E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 helps your customers buy.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Haggl helps you sell.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7E28A-803C-4859-AE26-9486AE54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A partnership for businesses in Georgia</a:t>
            </a:r>
          </a:p>
        </p:txBody>
      </p:sp>
    </p:spTree>
    <p:extLst>
      <p:ext uri="{BB962C8B-B14F-4D97-AF65-F5344CB8AC3E}">
        <p14:creationId xmlns:p14="http://schemas.microsoft.com/office/powerpoint/2010/main" val="854675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233BF-DEC4-4A44-A1BC-D4DB79C7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06B7E-95AA-4D00-A43D-01E8B5D3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People already use AI every 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A9575-7B5E-4A89-9D84-C06BCDC7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For work. For answers.</a:t>
            </a:r>
          </a:p>
          <a:p xmlns:a="http://schemas.openxmlformats.org/drawingml/2006/main">
            <a:pPr>
              <a:defRPr sz="3225" b="0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For everyday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01867-8054-4314-B1BA-A45B8ECD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552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Buying is becoming part of this habit.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37617410c499c"/>
          <a:stretch xmlns:a="http://schemas.openxmlformats.org/drawingml/2006/main"/>
        </p:blipFill>
        <p:spPr>
          <a:xfrm xmlns:a="http://schemas.openxmlformats.org/drawingml/2006/main">
            <a:off x="6429375" y="2195035"/>
            <a:ext cx="5048250" cy="30394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60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156A5-2FE9-42A1-806B-23CE4A7C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CBD86-C81C-48DD-81CC-6C957695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More buying decisions will start with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3BE5D-0341-428E-ADF7-A4050DBF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“Find me the right product.”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6A65D-634A-4C1F-BE7A-049106A4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“Compare the options.”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61128-534E-4BB8-9095-D3DCCC09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C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6C34A"/>
                </a:solidFill>
                <a:latin typeface="Helvetica Neue"/>
                <a:ea typeface="Helvetica Neue"/>
                <a:cs typeface="Helvetica Neue"/>
              </a:rPr>
              <a:t>“Get me a better deal.”</a:t>
            </a:r>
          </a:p>
        </p:txBody>
      </p:sp>
    </p:spTree>
    <p:extLst>
      <p:ext uri="{BB962C8B-B14F-4D97-AF65-F5344CB8AC3E}">
        <p14:creationId xmlns:p14="http://schemas.microsoft.com/office/powerpoint/2010/main" val="8737652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26977-0868-4FF2-87F1-1B7242E4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5A723-DF69-49BB-A6D5-925C5071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What is Haggl?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2163A-094E-48B6-80EB-E184D057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An AI negotiator</a:t>
            </a:r>
          </a:p>
          <a:p xmlns:a="http://schemas.openxmlformats.org/drawingml/2006/main">
            <a:pPr>
              <a:defRPr sz="51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for your 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4F8D0-629A-4B20-BB89-A6F1766C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It talks to your customer’s AI and agrees an offer</a:t>
            </a:r>
          </a:p>
          <a:p xmlns:a="http://schemas.openxmlformats.org/drawingml/2006/main">
            <a:pPr>
              <a:defRPr sz="25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within the limits you set.</a:t>
            </a:r>
          </a:p>
        </p:txBody>
      </p:sp>
    </p:spTree>
    <p:extLst>
      <p:ext uri="{BB962C8B-B14F-4D97-AF65-F5344CB8AC3E}">
        <p14:creationId xmlns:p14="http://schemas.microsoft.com/office/powerpoint/2010/main" val="2069038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99896-B2E5-4416-AC52-D61B47AC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BA352-0F16-4866-B29F-B4C375BD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FED46-571C-4D03-A58E-7F0C4777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C8D5B-D297-4044-8D6C-0CC0754C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764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Your customer asks AI to find a deal.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7F714-0E42-4CDF-8F52-B3E95C1E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82858-AD90-48CD-92BF-0D3C4F6F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908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Their AI talks to Haggl on your website.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186BA-66F4-49E9-80C4-BAF2FB11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D2506-B5F8-418E-97FE-E706B5FB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052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Haggl makes an offer within your limits.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1EE18-4E81-440D-82F6-552460E9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E3F63-2C7A-4B95-B1FB-127541BF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96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The customer accepts and buys.</a:t>
            </a:r>
          </a:p>
        </p:txBody>
      </p:sp>
    </p:spTree>
    <p:extLst>
      <p:ext uri="{BB962C8B-B14F-4D97-AF65-F5344CB8AC3E}">
        <p14:creationId xmlns:p14="http://schemas.microsoft.com/office/powerpoint/2010/main" val="7572748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4F669-2A63-4735-A95E-6B24CE7D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F1C0E-553C-4A2C-8AE6-BE3164D1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simple shopping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267E1-1D74-4C83-A3A9-EE10E35E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Customer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52498-0508-4CA4-A270-1294566B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“Find me a laptop within my budget.”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85D95-ADDE-437C-93FA-AA715724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Customer’s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30703-DC49-4440-A1DC-CE0B3F51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718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“Can you offer a better deal?”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F9DA0-62F2-482E-8542-371A8DB5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C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C34A"/>
                </a:solidFill>
                <a:latin typeface="Helvetica Neue"/>
                <a:ea typeface="Helvetica Neue"/>
                <a:cs typeface="Helvetica Neue"/>
              </a:rPr>
              <a:t>Haggl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E6E46-0859-4B2B-8055-5B9A242D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910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C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6C34A"/>
                </a:solidFill>
                <a:latin typeface="Helvetica Neue"/>
                <a:ea typeface="Helvetica Neue"/>
                <a:cs typeface="Helvetica Neue"/>
              </a:rPr>
              <a:t>“Here is an offer the store approves.”</a:t>
            </a:r>
          </a:p>
        </p:txBody>
      </p:sp>
    </p:spTree>
    <p:extLst>
      <p:ext uri="{BB962C8B-B14F-4D97-AF65-F5344CB8AC3E}">
        <p14:creationId xmlns:p14="http://schemas.microsoft.com/office/powerpoint/2010/main" val="4497860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C9E3A-9D2E-4FD0-9E78-B229DA29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83D32-09A6-4646-9EDC-AB524EA9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You stay in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135DE-7903-4A31-B3E1-83E938A5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You choose what Haggl can offer.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ACDA7-5B6E-4CB5-A39D-AAD2F18A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Which products or services</a:t>
            </a:r>
          </a:p>
          <a:p xmlns:a="http://schemas.openxmlformats.org/drawingml/2006/main">
            <a:pPr>
              <a:defRPr sz="28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How much the price can change</a:t>
            </a:r>
          </a:p>
        </p:txBody>
      </p:sp>
    </p:spTree>
    <p:extLst>
      <p:ext uri="{BB962C8B-B14F-4D97-AF65-F5344CB8AC3E}">
        <p14:creationId xmlns:p14="http://schemas.microsoft.com/office/powerpoint/2010/main" val="161512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651DF-2510-45FF-BB5B-658629DC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DEEA3-9D8A-41EC-9DEA-7DF0EB8C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this means for your business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DEE89-7763-49C4-91D6-717771F1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Respond when AI asks for a deal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CF36B-E838-4071-85AD-C1199877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Give customers a reason to choose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1BC1D-1AB0-4061-B23D-7E795444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16C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6C34A"/>
                </a:solidFill>
                <a:latin typeface="Helvetica Neue"/>
                <a:ea typeface="Helvetica Neue"/>
                <a:cs typeface="Helvetica Neue"/>
              </a:rPr>
              <a:t>Spend less time on routine negotiation</a:t>
            </a:r>
          </a:p>
        </p:txBody>
      </p:sp>
    </p:spTree>
    <p:extLst>
      <p:ext uri="{BB962C8B-B14F-4D97-AF65-F5344CB8AC3E}">
        <p14:creationId xmlns:p14="http://schemas.microsoft.com/office/powerpoint/2010/main" val="14467705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3C84C-D862-4AA0-AF7A-ACF8E600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78454-EEC5-41D0-9042-2B35481E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Haggl technology. Pulsartech sales.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0F928-7CC5-4475-91B5-9372663C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haggl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AC82A-4B47-4DD6-BB8C-0BB60E48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Provides the AI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B3A8B-0532-4207-AC8A-3704421A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0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Pulsartech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70F11-4CA7-4194-9D50-AC6C64B0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905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Brings the solution to</a:t>
            </a:r>
          </a:p>
          <a:p xmlns:a="http://schemas.openxmlformats.org/drawingml/2006/main">
            <a:pPr>
              <a:defRPr sz="25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businesses in Georgia</a:t>
            </a:r>
          </a:p>
        </p:txBody>
      </p:sp>
    </p:spTree>
    <p:extLst>
      <p:ext uri="{BB962C8B-B14F-4D97-AF65-F5344CB8AC3E}">
        <p14:creationId xmlns:p14="http://schemas.microsoft.com/office/powerpoint/2010/main" val="20188967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FFA73-6674-4796-8F60-E7403C1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5084F-6BD1-4FBD-88AC-300887ED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Useful across Georgia’s industries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96E6E-4DE0-4018-B706-D772665D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Ecommerce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874A5-ECE5-40B7-B4C2-269B370F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1028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Personal offers for online shoppers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6A36C-7B90-4995-8CC5-5BB2CE22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Banks and financial institutions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7150E-E0C1-47DB-B5FC-98DAC2F8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28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Offers on approved service packages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1A842-1A34-4C5C-8E24-D029C7CB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Car sales platforms and portals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D36E2-2024-45F0-B1FC-B4E1E20E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28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Offers on cars and related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54C24-AE05-4785-8D0E-09931BA5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Real estate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C9CA6-AF2A-4B4B-A695-D9521E14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1028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Offers on properties and rentals</a:t>
            </a:r>
          </a:p>
        </p:txBody>
      </p:sp>
    </p:spTree>
    <p:extLst>
      <p:ext uri="{BB962C8B-B14F-4D97-AF65-F5344CB8AC3E}">
        <p14:creationId xmlns:p14="http://schemas.microsoft.com/office/powerpoint/2010/main" val="8987566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73599-9F55-44ED-B8B9-55668DC0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A7FF8-58B6-4E47-9617-361BB24B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The same idea works for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42AB8-4175-4637-80D2-C1BE7E53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Hospitality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14861-4186-4A2E-9768-662ADF43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Room offers and booking packages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1B55C-697C-4352-AD9A-D8CEC01E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Internet and telecom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D409D-BCD7-45F6-88F7-239444DC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Offers on plans and bundles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909A9-0412-418F-88C3-A9AED5A7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SaaS solutions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8CC26-33C7-4CE9-9E9E-23600B07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Offers on software subscriptions</a:t>
            </a:r>
          </a:p>
        </p:txBody>
      </p:sp>
    </p:spTree>
    <p:extLst>
      <p:ext uri="{BB962C8B-B14F-4D97-AF65-F5344CB8AC3E}">
        <p14:creationId xmlns:p14="http://schemas.microsoft.com/office/powerpoint/2010/main" val="9915243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23369-A19F-4AF1-B21D-6CA0B58B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BCFB5-5B86-4A67-B17C-AF5FB3A8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Our model for Georgia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22098-1BAD-45DD-ACED-545C5CD5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1028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16C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0" b="1">
                <a:solidFill>
                  <a:srgbClr val="16C34A"/>
                </a:solidFill>
                <a:latin typeface="Helvetica Neue"/>
                <a:ea typeface="Helvetica Neue"/>
                <a:cs typeface="Helvetica Neue"/>
              </a:rPr>
              <a:t>1–20%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3169E-F0C0-4FB5-ACA4-EF7BB208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Combined Haggl + Pulsartech fee per successful deal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79236-FADE-41EB-9686-9B2603DB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The rate depends on the industry and the deal.</a:t>
            </a:r>
          </a:p>
          <a:p xmlns:a="http://schemas.openxmlformats.org/drawingml/2006/main">
            <a:pPr>
              <a:defRPr sz="217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Real estate may be around 1%. Smaller deals may use a higher rate.</a:t>
            </a:r>
          </a:p>
        </p:txBody>
      </p:sp>
    </p:spTree>
    <p:extLst>
      <p:ext uri="{BB962C8B-B14F-4D97-AF65-F5344CB8AC3E}">
        <p14:creationId xmlns:p14="http://schemas.microsoft.com/office/powerpoint/2010/main" val="1354808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1BC5A-E55B-4E63-B040-27EAFB16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43E8F-E59F-45FE-BC9F-4B75EC85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Ready for the Georgian 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BCA98-9C3B-46B3-AA80-29B3D4B0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Georgian language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6460F-4054-436F-B946-6F4F6427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F1115"/>
                </a:solidFill>
                <a:latin typeface="Helvetica Neue"/>
                <a:ea typeface="Helvetica Neue"/>
                <a:cs typeface="Helvetica Neue"/>
              </a:rPr>
              <a:t>Prices in GEL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1700F-57CB-47D7-9007-84982453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Local payment integrations</a:t>
            </a:r>
          </a:p>
        </p:txBody>
      </p:sp>
    </p:spTree>
    <p:extLst>
      <p:ext uri="{BB962C8B-B14F-4D97-AF65-F5344CB8AC3E}">
        <p14:creationId xmlns:p14="http://schemas.microsoft.com/office/powerpoint/2010/main" val="3266867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F788C-DDBC-4DAA-A236-B953B2D0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D313A-CEFB-4B90-9A2F-DB3DAF85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demo using your business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CC11E-8318-45E0-9279-34DBABD7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See how Haggl would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make an offer for your customers.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2B07D-0B38-4BFC-A9F4-F24A4FA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C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C34A"/>
                </a:solidFill>
                <a:latin typeface="Helvetica Neue"/>
                <a:ea typeface="Helvetica Neue"/>
                <a:cs typeface="Helvetica Neue"/>
              </a:rPr>
              <a:t>Talk to Pulsartech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07BB4-7A06-42DA-A06C-20037F64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info@pulsartech.ge</a:t>
            </a:r>
          </a:p>
          <a:p xmlns:a="http://schemas.openxmlformats.org/drawingml/2006/main">
            <a:pPr>
              <a:defRPr sz="19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+995 599 992 030</a:t>
            </a:r>
          </a:p>
        </p:txBody>
      </p:sp>
    </p:spTree>
    <p:extLst>
      <p:ext uri="{BB962C8B-B14F-4D97-AF65-F5344CB8AC3E}">
        <p14:creationId xmlns:p14="http://schemas.microsoft.com/office/powerpoint/2010/main" val="1763182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2026-09-16T12:33:29.9920000Z</dcterms:created>
  <dcterms:modified xsi:type="dcterms:W3CDTF">2026-09-16T12:33:29.9920000Z</dcterms:modified>
</coreProperties>
</file>